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73" r:id="rId3"/>
    <p:sldId id="258" r:id="rId4"/>
    <p:sldId id="259" r:id="rId5"/>
    <p:sldId id="260" r:id="rId6"/>
    <p:sldId id="274" r:id="rId7"/>
    <p:sldId id="263" r:id="rId8"/>
    <p:sldId id="264" r:id="rId9"/>
    <p:sldId id="265" r:id="rId10"/>
    <p:sldId id="266" r:id="rId11"/>
    <p:sldId id="267" r:id="rId12"/>
    <p:sldId id="269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8D4AA-60AD-4FFA-AF8A-CCACE7E17B89}" v="64" dt="2026-03-26T03:45:43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latidevichandrika@gmail.com" userId="6eec0a9ccf4786ae" providerId="LiveId" clId="{DD04C505-10B1-4B54-9E68-4FB7C6C5C6CA}"/>
    <pc:docChg chg="undo custSel addSld delSld modSld">
      <pc:chgData name="kollatidevichandrika@gmail.com" userId="6eec0a9ccf4786ae" providerId="LiveId" clId="{DD04C505-10B1-4B54-9E68-4FB7C6C5C6CA}" dt="2026-03-26T03:45:43.014" v="433" actId="1076"/>
      <pc:docMkLst>
        <pc:docMk/>
      </pc:docMkLst>
      <pc:sldChg chg="addSp delSp modSp mod">
        <pc:chgData name="kollatidevichandrika@gmail.com" userId="6eec0a9ccf4786ae" providerId="LiveId" clId="{DD04C505-10B1-4B54-9E68-4FB7C6C5C6CA}" dt="2026-03-26T03:45:43.014" v="433" actId="1076"/>
        <pc:sldMkLst>
          <pc:docMk/>
          <pc:sldMk cId="549863287" sldId="256"/>
        </pc:sldMkLst>
        <pc:spChg chg="mod">
          <ac:chgData name="kollatidevichandrika@gmail.com" userId="6eec0a9ccf4786ae" providerId="LiveId" clId="{DD04C505-10B1-4B54-9E68-4FB7C6C5C6CA}" dt="2026-03-25T19:14:31.524" v="382"/>
          <ac:spMkLst>
            <pc:docMk/>
            <pc:sldMk cId="549863287" sldId="256"/>
            <ac:spMk id="2" creationId="{90B87929-0D40-BFF6-79BF-D0C0ECBFC39F}"/>
          </ac:spMkLst>
        </pc:spChg>
        <pc:spChg chg="mod">
          <ac:chgData name="kollatidevichandrika@gmail.com" userId="6eec0a9ccf4786ae" providerId="LiveId" clId="{DD04C505-10B1-4B54-9E68-4FB7C6C5C6CA}" dt="2026-03-25T18:31:20.690" v="83" actId="27636"/>
          <ac:spMkLst>
            <pc:docMk/>
            <pc:sldMk cId="549863287" sldId="256"/>
            <ac:spMk id="3" creationId="{B366DF2B-7C73-73EB-F6AC-4B6167139556}"/>
          </ac:spMkLst>
        </pc:spChg>
        <pc:spChg chg="add">
          <ac:chgData name="kollatidevichandrika@gmail.com" userId="6eec0a9ccf4786ae" providerId="LiveId" clId="{DD04C505-10B1-4B54-9E68-4FB7C6C5C6CA}" dt="2026-03-25T18:27:54.913" v="41"/>
          <ac:spMkLst>
            <pc:docMk/>
            <pc:sldMk cId="549863287" sldId="256"/>
            <ac:spMk id="4" creationId="{4625E515-4974-933C-93AC-8DC24E47C531}"/>
          </ac:spMkLst>
        </pc:spChg>
        <pc:spChg chg="add del mod">
          <ac:chgData name="kollatidevichandrika@gmail.com" userId="6eec0a9ccf4786ae" providerId="LiveId" clId="{DD04C505-10B1-4B54-9E68-4FB7C6C5C6CA}" dt="2026-03-25T18:34:28.421" v="108" actId="21"/>
          <ac:spMkLst>
            <pc:docMk/>
            <pc:sldMk cId="549863287" sldId="256"/>
            <ac:spMk id="5" creationId="{B10C20D8-0572-F0CB-1D90-42DE765E958E}"/>
          </ac:spMkLst>
        </pc:spChg>
        <pc:picChg chg="add mod">
          <ac:chgData name="kollatidevichandrika@gmail.com" userId="6eec0a9ccf4786ae" providerId="LiveId" clId="{DD04C505-10B1-4B54-9E68-4FB7C6C5C6CA}" dt="2026-03-26T03:45:43.014" v="433" actId="1076"/>
          <ac:picMkLst>
            <pc:docMk/>
            <pc:sldMk cId="549863287" sldId="256"/>
            <ac:picMk id="2052" creationId="{DF759FD4-A1DA-87AB-8FD4-928085ABBF13}"/>
          </ac:picMkLst>
        </pc:picChg>
        <pc:picChg chg="add">
          <ac:chgData name="kollatidevichandrika@gmail.com" userId="6eec0a9ccf4786ae" providerId="LiveId" clId="{DD04C505-10B1-4B54-9E68-4FB7C6C5C6CA}" dt="2026-03-25T18:33:48.991" v="103"/>
          <ac:picMkLst>
            <pc:docMk/>
            <pc:sldMk cId="549863287" sldId="256"/>
            <ac:picMk id="2054" creationId="{37CB020F-944E-7A84-56A3-B50BE5447E79}"/>
          </ac:picMkLst>
        </pc:picChg>
      </pc:sldChg>
      <pc:sldChg chg="addSp delSp modSp mod">
        <pc:chgData name="kollatidevichandrika@gmail.com" userId="6eec0a9ccf4786ae" providerId="LiveId" clId="{DD04C505-10B1-4B54-9E68-4FB7C6C5C6CA}" dt="2026-03-25T21:13:56.680" v="409" actId="20577"/>
        <pc:sldMkLst>
          <pc:docMk/>
          <pc:sldMk cId="730948611" sldId="258"/>
        </pc:sldMkLst>
        <pc:spChg chg="mod">
          <ac:chgData name="kollatidevichandrika@gmail.com" userId="6eec0a9ccf4786ae" providerId="LiveId" clId="{DD04C505-10B1-4B54-9E68-4FB7C6C5C6CA}" dt="2026-03-25T18:38:23.103" v="182" actId="14100"/>
          <ac:spMkLst>
            <pc:docMk/>
            <pc:sldMk cId="730948611" sldId="258"/>
            <ac:spMk id="2" creationId="{0846D087-1309-CA24-C496-095A6DA6F860}"/>
          </ac:spMkLst>
        </pc:spChg>
        <pc:spChg chg="add">
          <ac:chgData name="kollatidevichandrika@gmail.com" userId="6eec0a9ccf4786ae" providerId="LiveId" clId="{DD04C505-10B1-4B54-9E68-4FB7C6C5C6CA}" dt="2026-03-25T18:43:32.106" v="208"/>
          <ac:spMkLst>
            <pc:docMk/>
            <pc:sldMk cId="730948611" sldId="258"/>
            <ac:spMk id="3" creationId="{70E06745-9839-0C23-1C62-3E132636BBD5}"/>
          </ac:spMkLst>
        </pc:spChg>
        <pc:spChg chg="add mod">
          <ac:chgData name="kollatidevichandrika@gmail.com" userId="6eec0a9ccf4786ae" providerId="LiveId" clId="{DD04C505-10B1-4B54-9E68-4FB7C6C5C6CA}" dt="2026-03-25T18:44:01.798" v="210"/>
          <ac:spMkLst>
            <pc:docMk/>
            <pc:sldMk cId="730948611" sldId="258"/>
            <ac:spMk id="4" creationId="{E423877F-7C9A-7D2C-ED38-4F2A924AE081}"/>
          </ac:spMkLst>
        </pc:spChg>
        <pc:spChg chg="mod">
          <ac:chgData name="kollatidevichandrika@gmail.com" userId="6eec0a9ccf4786ae" providerId="LiveId" clId="{DD04C505-10B1-4B54-9E68-4FB7C6C5C6CA}" dt="2026-03-25T18:38:46.516" v="184" actId="1076"/>
          <ac:spMkLst>
            <pc:docMk/>
            <pc:sldMk cId="730948611" sldId="258"/>
            <ac:spMk id="8" creationId="{776322E8-DE7F-879B-7092-02AC5A48357A}"/>
          </ac:spMkLst>
        </pc:spChg>
        <pc:spChg chg="mod">
          <ac:chgData name="kollatidevichandrika@gmail.com" userId="6eec0a9ccf4786ae" providerId="LiveId" clId="{DD04C505-10B1-4B54-9E68-4FB7C6C5C6CA}" dt="2026-03-25T21:13:56.680" v="409" actId="20577"/>
          <ac:spMkLst>
            <pc:docMk/>
            <pc:sldMk cId="730948611" sldId="258"/>
            <ac:spMk id="9" creationId="{A673BA88-43E7-3576-6CC2-7BBF8B8B6EF3}"/>
          </ac:spMkLst>
        </pc:spChg>
        <pc:picChg chg="add del mod">
          <ac:chgData name="kollatidevichandrika@gmail.com" userId="6eec0a9ccf4786ae" providerId="LiveId" clId="{DD04C505-10B1-4B54-9E68-4FB7C6C5C6CA}" dt="2026-03-25T18:44:04.576" v="211" actId="21"/>
          <ac:picMkLst>
            <pc:docMk/>
            <pc:sldMk cId="730948611" sldId="258"/>
            <ac:picMk id="1026" creationId="{8E096C33-DA06-EF36-DAB4-0B9C0DB52019}"/>
          </ac:picMkLst>
        </pc:picChg>
      </pc:sldChg>
      <pc:sldChg chg="delSp modSp mod">
        <pc:chgData name="kollatidevichandrika@gmail.com" userId="6eec0a9ccf4786ae" providerId="LiveId" clId="{DD04C505-10B1-4B54-9E68-4FB7C6C5C6CA}" dt="2026-03-25T19:14:51.576" v="392"/>
        <pc:sldMkLst>
          <pc:docMk/>
          <pc:sldMk cId="1283325586" sldId="259"/>
        </pc:sldMkLst>
        <pc:spChg chg="mod">
          <ac:chgData name="kollatidevichandrika@gmail.com" userId="6eec0a9ccf4786ae" providerId="LiveId" clId="{DD04C505-10B1-4B54-9E68-4FB7C6C5C6CA}" dt="2026-03-25T19:14:51.576" v="392"/>
          <ac:spMkLst>
            <pc:docMk/>
            <pc:sldMk cId="1283325586" sldId="259"/>
            <ac:spMk id="22" creationId="{AC3BD4CB-4F82-364C-8738-815C6BB8CC82}"/>
          </ac:spMkLst>
        </pc:spChg>
        <pc:spChg chg="del">
          <ac:chgData name="kollatidevichandrika@gmail.com" userId="6eec0a9ccf4786ae" providerId="LiveId" clId="{DD04C505-10B1-4B54-9E68-4FB7C6C5C6CA}" dt="2026-03-25T18:40:01.156" v="194" actId="21"/>
          <ac:spMkLst>
            <pc:docMk/>
            <pc:sldMk cId="1283325586" sldId="259"/>
            <ac:spMk id="29" creationId="{9BB27189-4B2D-4231-4775-6AE55C50D573}"/>
          </ac:spMkLst>
        </pc:spChg>
      </pc:sldChg>
      <pc:sldChg chg="del">
        <pc:chgData name="kollatidevichandrika@gmail.com" userId="6eec0a9ccf4786ae" providerId="LiveId" clId="{DD04C505-10B1-4B54-9E68-4FB7C6C5C6CA}" dt="2026-03-25T21:21:35.726" v="410" actId="2696"/>
        <pc:sldMkLst>
          <pc:docMk/>
          <pc:sldMk cId="595359230" sldId="261"/>
        </pc:sldMkLst>
      </pc:sldChg>
      <pc:sldChg chg="addSp delSp modSp del mod">
        <pc:chgData name="kollatidevichandrika@gmail.com" userId="6eec0a9ccf4786ae" providerId="LiveId" clId="{DD04C505-10B1-4B54-9E68-4FB7C6C5C6CA}" dt="2026-03-25T19:08:50.206" v="267" actId="2696"/>
        <pc:sldMkLst>
          <pc:docMk/>
          <pc:sldMk cId="74874024" sldId="262"/>
        </pc:sldMkLst>
        <pc:spChg chg="add mod">
          <ac:chgData name="kollatidevichandrika@gmail.com" userId="6eec0a9ccf4786ae" providerId="LiveId" clId="{DD04C505-10B1-4B54-9E68-4FB7C6C5C6CA}" dt="2026-03-25T19:06:56.836" v="254" actId="5793"/>
          <ac:spMkLst>
            <pc:docMk/>
            <pc:sldMk cId="74874024" sldId="262"/>
            <ac:spMk id="3" creationId="{4E01AF4C-2689-90D3-ADC5-4CCAE48D38DE}"/>
          </ac:spMkLst>
        </pc:spChg>
        <pc:spChg chg="mod">
          <ac:chgData name="kollatidevichandrika@gmail.com" userId="6eec0a9ccf4786ae" providerId="LiveId" clId="{DD04C505-10B1-4B54-9E68-4FB7C6C5C6CA}" dt="2026-03-25T18:39:51.788" v="189"/>
          <ac:spMkLst>
            <pc:docMk/>
            <pc:sldMk cId="74874024" sldId="262"/>
            <ac:spMk id="7" creationId="{BFAAD106-008C-0926-573F-42148C1933EC}"/>
          </ac:spMkLst>
        </pc:spChg>
        <pc:picChg chg="add mod">
          <ac:chgData name="kollatidevichandrika@gmail.com" userId="6eec0a9ccf4786ae" providerId="LiveId" clId="{DD04C505-10B1-4B54-9E68-4FB7C6C5C6CA}" dt="2026-03-25T19:06:44.055" v="252" actId="14100"/>
          <ac:picMkLst>
            <pc:docMk/>
            <pc:sldMk cId="74874024" sldId="262"/>
            <ac:picMk id="5" creationId="{0E90F2AE-A431-03B2-4595-2764275E7706}"/>
          </ac:picMkLst>
        </pc:picChg>
        <pc:picChg chg="del mod">
          <ac:chgData name="kollatidevichandrika@gmail.com" userId="6eec0a9ccf4786ae" providerId="LiveId" clId="{DD04C505-10B1-4B54-9E68-4FB7C6C5C6CA}" dt="2026-03-25T19:06:10.532" v="243" actId="21"/>
          <ac:picMkLst>
            <pc:docMk/>
            <pc:sldMk cId="74874024" sldId="262"/>
            <ac:picMk id="11" creationId="{236AE99D-F9C1-AA9A-BB6B-1B2C56F70B87}"/>
          </ac:picMkLst>
        </pc:picChg>
      </pc:sldChg>
      <pc:sldChg chg="addSp delSp modSp mod">
        <pc:chgData name="kollatidevichandrika@gmail.com" userId="6eec0a9ccf4786ae" providerId="LiveId" clId="{DD04C505-10B1-4B54-9E68-4FB7C6C5C6CA}" dt="2026-03-26T03:34:54.449" v="431" actId="1076"/>
        <pc:sldMkLst>
          <pc:docMk/>
          <pc:sldMk cId="542287486" sldId="263"/>
        </pc:sldMkLst>
        <pc:spChg chg="add del mod">
          <ac:chgData name="kollatidevichandrika@gmail.com" userId="6eec0a9ccf4786ae" providerId="LiveId" clId="{DD04C505-10B1-4B54-9E68-4FB7C6C5C6CA}" dt="2026-03-25T19:03:38.318" v="220" actId="22"/>
          <ac:spMkLst>
            <pc:docMk/>
            <pc:sldMk cId="542287486" sldId="263"/>
            <ac:spMk id="3" creationId="{EA17BF69-B2D2-5595-E18C-02A188D1C4F8}"/>
          </ac:spMkLst>
        </pc:spChg>
        <pc:spChg chg="mod">
          <ac:chgData name="kollatidevichandrika@gmail.com" userId="6eec0a9ccf4786ae" providerId="LiveId" clId="{DD04C505-10B1-4B54-9E68-4FB7C6C5C6CA}" dt="2026-03-25T18:18:07.393" v="8" actId="27636"/>
          <ac:spMkLst>
            <pc:docMk/>
            <pc:sldMk cId="542287486" sldId="263"/>
            <ac:spMk id="7" creationId="{BFBE131F-3C23-444E-BDCB-89C9B14A2C95}"/>
          </ac:spMkLst>
        </pc:spChg>
        <pc:spChg chg="mod">
          <ac:chgData name="kollatidevichandrika@gmail.com" userId="6eec0a9ccf4786ae" providerId="LiveId" clId="{DD04C505-10B1-4B54-9E68-4FB7C6C5C6CA}" dt="2026-03-25T21:30:32.106" v="421" actId="20577"/>
          <ac:spMkLst>
            <pc:docMk/>
            <pc:sldMk cId="542287486" sldId="263"/>
            <ac:spMk id="9" creationId="{724BD711-C0F7-EBD1-2479-329CFADE8FDF}"/>
          </ac:spMkLst>
        </pc:spChg>
        <pc:spChg chg="add del mod">
          <ac:chgData name="kollatidevichandrika@gmail.com" userId="6eec0a9ccf4786ae" providerId="LiveId" clId="{DD04C505-10B1-4B54-9E68-4FB7C6C5C6CA}" dt="2026-03-25T19:05:44.748" v="241" actId="21"/>
          <ac:spMkLst>
            <pc:docMk/>
            <pc:sldMk cId="542287486" sldId="263"/>
            <ac:spMk id="11" creationId="{2A1B2B17-379A-ACAF-5908-D9EBC4E64194}"/>
          </ac:spMkLst>
        </pc:spChg>
        <pc:picChg chg="add del mod ord">
          <ac:chgData name="kollatidevichandrika@gmail.com" userId="6eec0a9ccf4786ae" providerId="LiveId" clId="{DD04C505-10B1-4B54-9E68-4FB7C6C5C6CA}" dt="2026-03-25T19:03:31.046" v="219" actId="22"/>
          <ac:picMkLst>
            <pc:docMk/>
            <pc:sldMk cId="542287486" sldId="263"/>
            <ac:picMk id="5" creationId="{BA16FDEC-0105-4BCF-5F22-FC57EFFBD144}"/>
          </ac:picMkLst>
        </pc:picChg>
        <pc:picChg chg="add del mod ord">
          <ac:chgData name="kollatidevichandrika@gmail.com" userId="6eec0a9ccf4786ae" providerId="LiveId" clId="{DD04C505-10B1-4B54-9E68-4FB7C6C5C6CA}" dt="2026-03-25T19:04:04.641" v="222" actId="478"/>
          <ac:picMkLst>
            <pc:docMk/>
            <pc:sldMk cId="542287486" sldId="263"/>
            <ac:picMk id="8" creationId="{4053C141-9F2D-CC20-82CA-83F551B96EC5}"/>
          </ac:picMkLst>
        </pc:picChg>
        <pc:picChg chg="del mod">
          <ac:chgData name="kollatidevichandrika@gmail.com" userId="6eec0a9ccf4786ae" providerId="LiveId" clId="{DD04C505-10B1-4B54-9E68-4FB7C6C5C6CA}" dt="2026-03-25T18:46:44.580" v="212" actId="21"/>
          <ac:picMkLst>
            <pc:docMk/>
            <pc:sldMk cId="542287486" sldId="263"/>
            <ac:picMk id="13" creationId="{826A1619-DB9B-810F-4ADF-E17D83B58FFC}"/>
          </ac:picMkLst>
        </pc:picChg>
        <pc:picChg chg="add mod">
          <ac:chgData name="kollatidevichandrika@gmail.com" userId="6eec0a9ccf4786ae" providerId="LiveId" clId="{DD04C505-10B1-4B54-9E68-4FB7C6C5C6CA}" dt="2026-03-26T03:34:54.449" v="431" actId="1076"/>
          <ac:picMkLst>
            <pc:docMk/>
            <pc:sldMk cId="542287486" sldId="263"/>
            <ac:picMk id="14" creationId="{FA8C09E4-4B8C-70DB-0A6F-3B9815B5FE42}"/>
          </ac:picMkLst>
        </pc:picChg>
      </pc:sldChg>
      <pc:sldChg chg="modSp">
        <pc:chgData name="kollatidevichandrika@gmail.com" userId="6eec0a9ccf4786ae" providerId="LiveId" clId="{DD04C505-10B1-4B54-9E68-4FB7C6C5C6CA}" dt="2026-03-25T19:14:51.576" v="392"/>
        <pc:sldMkLst>
          <pc:docMk/>
          <pc:sldMk cId="3436240852" sldId="264"/>
        </pc:sldMkLst>
        <pc:spChg chg="mod">
          <ac:chgData name="kollatidevichandrika@gmail.com" userId="6eec0a9ccf4786ae" providerId="LiveId" clId="{DD04C505-10B1-4B54-9E68-4FB7C6C5C6CA}" dt="2026-03-25T19:14:51.576" v="392"/>
          <ac:spMkLst>
            <pc:docMk/>
            <pc:sldMk cId="3436240852" sldId="264"/>
            <ac:spMk id="7" creationId="{B8BCC190-EEBA-1215-04A1-767932515A10}"/>
          </ac:spMkLst>
        </pc:spChg>
      </pc:sldChg>
      <pc:sldChg chg="addSp delSp modSp mod">
        <pc:chgData name="kollatidevichandrika@gmail.com" userId="6eec0a9ccf4786ae" providerId="LiveId" clId="{DD04C505-10B1-4B54-9E68-4FB7C6C5C6CA}" dt="2026-03-25T21:32:43.958" v="423"/>
        <pc:sldMkLst>
          <pc:docMk/>
          <pc:sldMk cId="343196906" sldId="265"/>
        </pc:sldMkLst>
        <pc:spChg chg="add mod">
          <ac:chgData name="kollatidevichandrika@gmail.com" userId="6eec0a9ccf4786ae" providerId="LiveId" clId="{DD04C505-10B1-4B54-9E68-4FB7C6C5C6CA}" dt="2026-03-25T19:14:51.576" v="392"/>
          <ac:spMkLst>
            <pc:docMk/>
            <pc:sldMk cId="343196906" sldId="265"/>
            <ac:spMk id="3" creationId="{10D2EC00-1206-9EF9-FF7F-8A5B1F783EC4}"/>
          </ac:spMkLst>
        </pc:spChg>
        <pc:spChg chg="mod">
          <ac:chgData name="kollatidevichandrika@gmail.com" userId="6eec0a9ccf4786ae" providerId="LiveId" clId="{DD04C505-10B1-4B54-9E68-4FB7C6C5C6CA}" dt="2026-03-25T19:14:51.576" v="392"/>
          <ac:spMkLst>
            <pc:docMk/>
            <pc:sldMk cId="343196906" sldId="265"/>
            <ac:spMk id="7" creationId="{1ACC813F-D521-85EF-48C4-92D81296E677}"/>
          </ac:spMkLst>
        </pc:spChg>
        <pc:spChg chg="mod">
          <ac:chgData name="kollatidevichandrika@gmail.com" userId="6eec0a9ccf4786ae" providerId="LiveId" clId="{DD04C505-10B1-4B54-9E68-4FB7C6C5C6CA}" dt="2026-03-25T21:32:43.958" v="423"/>
          <ac:spMkLst>
            <pc:docMk/>
            <pc:sldMk cId="343196906" sldId="265"/>
            <ac:spMk id="9" creationId="{7BE34999-133C-DCB7-0809-DD67EAA1D68A}"/>
          </ac:spMkLst>
        </pc:spChg>
        <pc:picChg chg="add mod">
          <ac:chgData name="kollatidevichandrika@gmail.com" userId="6eec0a9ccf4786ae" providerId="LiveId" clId="{DD04C505-10B1-4B54-9E68-4FB7C6C5C6CA}" dt="2026-03-25T19:10:41.078" v="275" actId="14100"/>
          <ac:picMkLst>
            <pc:docMk/>
            <pc:sldMk cId="343196906" sldId="265"/>
            <ac:picMk id="5" creationId="{4DC4FB2E-CF2D-CF9F-248B-09A7E6D6E365}"/>
          </ac:picMkLst>
        </pc:picChg>
        <pc:picChg chg="del mod">
          <ac:chgData name="kollatidevichandrika@gmail.com" userId="6eec0a9ccf4786ae" providerId="LiveId" clId="{DD04C505-10B1-4B54-9E68-4FB7C6C5C6CA}" dt="2026-03-25T19:10:14.048" v="268" actId="21"/>
          <ac:picMkLst>
            <pc:docMk/>
            <pc:sldMk cId="343196906" sldId="265"/>
            <ac:picMk id="10" creationId="{4761C0CF-75AB-6FD6-297E-1074B64239D8}"/>
          </ac:picMkLst>
        </pc:picChg>
      </pc:sldChg>
      <pc:sldChg chg="addSp delSp modSp mod">
        <pc:chgData name="kollatidevichandrika@gmail.com" userId="6eec0a9ccf4786ae" providerId="LiveId" clId="{DD04C505-10B1-4B54-9E68-4FB7C6C5C6CA}" dt="2026-03-25T19:14:51.576" v="392"/>
        <pc:sldMkLst>
          <pc:docMk/>
          <pc:sldMk cId="2890003396" sldId="266"/>
        </pc:sldMkLst>
        <pc:spChg chg="mod">
          <ac:chgData name="kollatidevichandrika@gmail.com" userId="6eec0a9ccf4786ae" providerId="LiveId" clId="{DD04C505-10B1-4B54-9E68-4FB7C6C5C6CA}" dt="2026-03-25T19:11:54.448" v="361" actId="1076"/>
          <ac:spMkLst>
            <pc:docMk/>
            <pc:sldMk cId="2890003396" sldId="266"/>
            <ac:spMk id="17" creationId="{AA32D920-5C85-01B5-C503-BEB72895EC31}"/>
          </ac:spMkLst>
        </pc:spChg>
        <pc:spChg chg="mod">
          <ac:chgData name="kollatidevichandrika@gmail.com" userId="6eec0a9ccf4786ae" providerId="LiveId" clId="{DD04C505-10B1-4B54-9E68-4FB7C6C5C6CA}" dt="2026-03-25T19:14:51.576" v="392"/>
          <ac:spMkLst>
            <pc:docMk/>
            <pc:sldMk cId="2890003396" sldId="266"/>
            <ac:spMk id="18" creationId="{4F21C18F-92C6-A2B2-6F84-088DD73B5642}"/>
          </ac:spMkLst>
        </pc:spChg>
        <pc:spChg chg="mod">
          <ac:chgData name="kollatidevichandrika@gmail.com" userId="6eec0a9ccf4786ae" providerId="LiveId" clId="{DD04C505-10B1-4B54-9E68-4FB7C6C5C6CA}" dt="2026-03-25T19:11:07.674" v="329" actId="20577"/>
          <ac:spMkLst>
            <pc:docMk/>
            <pc:sldMk cId="2890003396" sldId="266"/>
            <ac:spMk id="23" creationId="{2AEBD14F-8A6C-6725-9E8B-4BE48D6F4697}"/>
          </ac:spMkLst>
        </pc:spChg>
        <pc:picChg chg="add mod">
          <ac:chgData name="kollatidevichandrika@gmail.com" userId="6eec0a9ccf4786ae" providerId="LiveId" clId="{DD04C505-10B1-4B54-9E68-4FB7C6C5C6CA}" dt="2026-03-25T19:12:16.220" v="369" actId="14100"/>
          <ac:picMkLst>
            <pc:docMk/>
            <pc:sldMk cId="2890003396" sldId="266"/>
            <ac:picMk id="3" creationId="{386E9B4D-4E9A-F746-A4AB-2FEEA9FDECF5}"/>
          </ac:picMkLst>
        </pc:picChg>
        <pc:picChg chg="del">
          <ac:chgData name="kollatidevichandrika@gmail.com" userId="6eec0a9ccf4786ae" providerId="LiveId" clId="{DD04C505-10B1-4B54-9E68-4FB7C6C5C6CA}" dt="2026-03-25T19:10:58.014" v="276" actId="21"/>
          <ac:picMkLst>
            <pc:docMk/>
            <pc:sldMk cId="2890003396" sldId="266"/>
            <ac:picMk id="20" creationId="{D9EF91C2-C611-9A51-8549-3F6CB4B334C3}"/>
          </ac:picMkLst>
        </pc:picChg>
      </pc:sldChg>
      <pc:sldChg chg="modSp mod">
        <pc:chgData name="kollatidevichandrika@gmail.com" userId="6eec0a9ccf4786ae" providerId="LiveId" clId="{DD04C505-10B1-4B54-9E68-4FB7C6C5C6CA}" dt="2026-03-25T21:35:53.603" v="429" actId="20577"/>
        <pc:sldMkLst>
          <pc:docMk/>
          <pc:sldMk cId="3842543046" sldId="267"/>
        </pc:sldMkLst>
        <pc:spChg chg="mod">
          <ac:chgData name="kollatidevichandrika@gmail.com" userId="6eec0a9ccf4786ae" providerId="LiveId" clId="{DD04C505-10B1-4B54-9E68-4FB7C6C5C6CA}" dt="2026-03-25T21:35:53.603" v="429" actId="20577"/>
          <ac:spMkLst>
            <pc:docMk/>
            <pc:sldMk cId="3842543046" sldId="267"/>
            <ac:spMk id="8" creationId="{63E2FC4A-B6DF-A208-52E6-06D3B4C01D92}"/>
          </ac:spMkLst>
        </pc:spChg>
      </pc:sldChg>
      <pc:sldChg chg="addSp delSp modSp new mod modClrScheme chgLayout">
        <pc:chgData name="kollatidevichandrika@gmail.com" userId="6eec0a9ccf4786ae" providerId="LiveId" clId="{DD04C505-10B1-4B54-9E68-4FB7C6C5C6CA}" dt="2026-03-25T18:41:38.845" v="206" actId="1076"/>
        <pc:sldMkLst>
          <pc:docMk/>
          <pc:sldMk cId="178713113" sldId="273"/>
        </pc:sldMkLst>
        <pc:spChg chg="mod ord">
          <ac:chgData name="kollatidevichandrika@gmail.com" userId="6eec0a9ccf4786ae" providerId="LiveId" clId="{DD04C505-10B1-4B54-9E68-4FB7C6C5C6CA}" dt="2026-03-25T18:39:46.479" v="188"/>
          <ac:spMkLst>
            <pc:docMk/>
            <pc:sldMk cId="178713113" sldId="273"/>
            <ac:spMk id="2" creationId="{45526A10-3B7B-0190-0F90-58D370918733}"/>
          </ac:spMkLst>
        </pc:spChg>
        <pc:spChg chg="del mod">
          <ac:chgData name="kollatidevichandrika@gmail.com" userId="6eec0a9ccf4786ae" providerId="LiveId" clId="{DD04C505-10B1-4B54-9E68-4FB7C6C5C6CA}" dt="2026-03-25T18:36:18.573" v="127" actId="700"/>
          <ac:spMkLst>
            <pc:docMk/>
            <pc:sldMk cId="178713113" sldId="273"/>
            <ac:spMk id="3" creationId="{C20457B6-479D-2ECA-05B3-8713674029BE}"/>
          </ac:spMkLst>
        </pc:spChg>
        <pc:spChg chg="add mod">
          <ac:chgData name="kollatidevichandrika@gmail.com" userId="6eec0a9ccf4786ae" providerId="LiveId" clId="{DD04C505-10B1-4B54-9E68-4FB7C6C5C6CA}" dt="2026-03-25T18:41:38.845" v="206" actId="1076"/>
          <ac:spMkLst>
            <pc:docMk/>
            <pc:sldMk cId="178713113" sldId="273"/>
            <ac:spMk id="5" creationId="{3E0DCEDE-A56D-5B68-933E-8895B712226A}"/>
          </ac:spMkLst>
        </pc:spChg>
        <pc:picChg chg="add mod">
          <ac:chgData name="kollatidevichandrika@gmail.com" userId="6eec0a9ccf4786ae" providerId="LiveId" clId="{DD04C505-10B1-4B54-9E68-4FB7C6C5C6CA}" dt="2026-03-25T18:41:20.291" v="204" actId="1076"/>
          <ac:picMkLst>
            <pc:docMk/>
            <pc:sldMk cId="178713113" sldId="273"/>
            <ac:picMk id="3074" creationId="{B9EAE865-74CD-5281-6C44-27D20D08591B}"/>
          </ac:picMkLst>
        </pc:picChg>
      </pc:sldChg>
      <pc:sldChg chg="addSp modSp new mod">
        <pc:chgData name="kollatidevichandrika@gmail.com" userId="6eec0a9ccf4786ae" providerId="LiveId" clId="{DD04C505-10B1-4B54-9E68-4FB7C6C5C6CA}" dt="2026-03-25T21:28:06.846" v="414"/>
        <pc:sldMkLst>
          <pc:docMk/>
          <pc:sldMk cId="2381491921" sldId="274"/>
        </pc:sldMkLst>
        <pc:spChg chg="add mod">
          <ac:chgData name="kollatidevichandrika@gmail.com" userId="6eec0a9ccf4786ae" providerId="LiveId" clId="{DD04C505-10B1-4B54-9E68-4FB7C6C5C6CA}" dt="2026-03-25T21:28:06.846" v="414"/>
          <ac:spMkLst>
            <pc:docMk/>
            <pc:sldMk cId="2381491921" sldId="274"/>
            <ac:spMk id="3" creationId="{D2D29CC1-87E9-C280-278A-1BA7050CC73C}"/>
          </ac:spMkLst>
        </pc:spChg>
        <pc:picChg chg="add mod">
          <ac:chgData name="kollatidevichandrika@gmail.com" userId="6eec0a9ccf4786ae" providerId="LiveId" clId="{DD04C505-10B1-4B54-9E68-4FB7C6C5C6CA}" dt="2026-03-25T19:08:41.721" v="266" actId="1076"/>
          <ac:picMkLst>
            <pc:docMk/>
            <pc:sldMk cId="2381491921" sldId="274"/>
            <ac:picMk id="4" creationId="{00BF968B-1ECE-756D-13D3-C84C7BF31753}"/>
          </ac:picMkLst>
        </pc:picChg>
      </pc:sldChg>
      <pc:sldChg chg="new del">
        <pc:chgData name="kollatidevichandrika@gmail.com" userId="6eec0a9ccf4786ae" providerId="LiveId" clId="{DD04C505-10B1-4B54-9E68-4FB7C6C5C6CA}" dt="2026-03-25T21:35:29.868" v="425" actId="2696"/>
        <pc:sldMkLst>
          <pc:docMk/>
          <pc:sldMk cId="2891376205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2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25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1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82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39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82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75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99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7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72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04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B4499-37FE-4F91-8598-B8FB1CE5E37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1656F-7CD4-41DF-8547-924EABB73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9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7929-0D40-BFF6-79BF-D0C0ECBFC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6787" y="524233"/>
            <a:ext cx="7639665" cy="2387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Water</a:t>
            </a:r>
            <a:r>
              <a:rPr lang="en-US" sz="2000" dirty="0"/>
              <a:t> </a:t>
            </a:r>
            <a:r>
              <a:rPr lang="en-US" sz="4000" dirty="0"/>
              <a:t>Management Success Stories: Driving Sustainable Farming Outcomes</a:t>
            </a:r>
            <a:br>
              <a:rPr lang="en-US" dirty="0">
                <a:solidFill>
                  <a:schemeClr val="tx2"/>
                </a:solidFill>
              </a:rPr>
            </a:b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6DF2B-7C73-73EB-F6AC-4B6167139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-717756" y="4591665"/>
            <a:ext cx="45719" cy="49161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4" name="AutoShape 2" descr="Top Drip Irrigation Systems for Efficient Farming - Water Wise Ways">
            <a:extLst>
              <a:ext uri="{FF2B5EF4-FFF2-40B4-BE49-F238E27FC236}">
                <a16:creationId xmlns:a16="http://schemas.microsoft.com/office/drawing/2014/main" id="{4625E515-4974-933C-93AC-8DC24E47C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2" name="Picture 4" descr="Top Drip Irrigation Systems for Efficient Farming - Water Wise Ways">
            <a:extLst>
              <a:ext uri="{FF2B5EF4-FFF2-40B4-BE49-F238E27FC236}">
                <a16:creationId xmlns:a16="http://schemas.microsoft.com/office/drawing/2014/main" id="{DF759FD4-A1DA-87AB-8FD4-928085ABB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438" y="2571136"/>
            <a:ext cx="8023123" cy="413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86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A10-3B7B-0190-0F90-58D37091873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357313"/>
            <a:ext cx="1268413" cy="323850"/>
          </a:xfrm>
        </p:spPr>
        <p:txBody>
          <a:bodyPr>
            <a:normAutofit fontScale="90000"/>
          </a:bodyPr>
          <a:lstStyle/>
          <a:p>
            <a:br>
              <a:rPr lang="en-IN" sz="5400" dirty="0"/>
            </a:br>
            <a:endParaRPr lang="en-IN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DCEDE-A56D-5B68-933E-8895B712226A}"/>
              </a:ext>
            </a:extLst>
          </p:cNvPr>
          <p:cNvSpPr txBox="1"/>
          <p:nvPr/>
        </p:nvSpPr>
        <p:spPr>
          <a:xfrm>
            <a:off x="196646" y="1681163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Source Sans 3" pitchFamily="34" charset="0"/>
                <a:ea typeface="Source Sans 3" pitchFamily="34" charset="-122"/>
              </a:rPr>
              <a:t>Data</a:t>
            </a:r>
            <a:r>
              <a:rPr lang="en-IN" sz="4000" dirty="0">
                <a:solidFill>
                  <a:schemeClr val="tx1"/>
                </a:solidFill>
              </a:rPr>
              <a:t> Story:</a:t>
            </a:r>
            <a:r>
              <a:rPr lang="en-US" sz="4000" dirty="0">
                <a:solidFill>
                  <a:schemeClr val="tx1"/>
                </a:solidFill>
              </a:rPr>
              <a:t>How Water Management Improves Farm Productivity and Income</a:t>
            </a:r>
            <a:endParaRPr lang="en-IN" sz="4000" dirty="0"/>
          </a:p>
        </p:txBody>
      </p:sp>
      <p:pic>
        <p:nvPicPr>
          <p:cNvPr id="3074" name="Picture 2" descr="Farm Irrigation System | GoGetFunding">
            <a:extLst>
              <a:ext uri="{FF2B5EF4-FFF2-40B4-BE49-F238E27FC236}">
                <a16:creationId xmlns:a16="http://schemas.microsoft.com/office/drawing/2014/main" id="{B9EAE865-74CD-5281-6C44-27D20D085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239" y="469633"/>
            <a:ext cx="6666271" cy="629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1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D087-1309-CA24-C496-095A6DA6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816077" y="286603"/>
            <a:ext cx="167146" cy="51964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0A8F6B-C1EC-0742-B4B5-C59577E5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-425131" y="1690688"/>
            <a:ext cx="45719" cy="823912"/>
          </a:xfrm>
        </p:spPr>
        <p:txBody>
          <a:bodyPr>
            <a:normAutofit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F78AF6B-28E2-CE3F-8531-880158053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737418" y="5230761"/>
            <a:ext cx="167147" cy="108155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6322E8-DE7F-879B-7092-02AC5A483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3523" y="286603"/>
            <a:ext cx="5030785" cy="155934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Farming depends heavily on water availability and rainfall patterns</a:t>
            </a:r>
            <a:endParaRPr lang="en-US" sz="2800" dirty="0"/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73BA88-43E7-3576-6CC2-7BBF8B8B6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57321" y="2102644"/>
            <a:ext cx="5183188" cy="3684588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 However, farming depends heavily on </a:t>
            </a:r>
            <a:r>
              <a:rPr lang="en-US" sz="8000" b="1" dirty="0"/>
              <a:t>water</a:t>
            </a:r>
          </a:p>
          <a:p>
            <a:r>
              <a:rPr lang="en-US" sz="8000" b="1" dirty="0"/>
              <a:t> availability and rainfall patterns</a:t>
            </a:r>
            <a:r>
              <a:rPr lang="en-US" sz="8000" dirty="0"/>
              <a:t>.</a:t>
            </a:r>
          </a:p>
          <a:p>
            <a:r>
              <a:rPr lang="en-US" sz="8000" dirty="0"/>
              <a:t>Major challenges include:</a:t>
            </a:r>
          </a:p>
          <a:p>
            <a:pPr marL="0" indent="0">
              <a:buNone/>
            </a:pPr>
            <a:r>
              <a:rPr lang="en-US" sz="8000" dirty="0"/>
              <a:t>    • Irregular rainfall</a:t>
            </a:r>
            <a:br>
              <a:rPr lang="en-US" sz="8000" dirty="0"/>
            </a:br>
            <a:r>
              <a:rPr lang="en-US" sz="8000" dirty="0"/>
              <a:t>    • Seasonal droughts</a:t>
            </a:r>
            <a:br>
              <a:rPr lang="en-US" sz="8000" dirty="0"/>
            </a:br>
            <a:r>
              <a:rPr lang="en-US" sz="8000" dirty="0"/>
              <a:t>    • Limited irrigation infrastructure</a:t>
            </a:r>
          </a:p>
          <a:p>
            <a:r>
              <a:rPr lang="en-US" sz="8000" dirty="0"/>
              <a:t>Efficient water management is </a:t>
            </a:r>
            <a:r>
              <a:rPr lang="en-US" sz="8000" b="1" dirty="0"/>
              <a:t>essential for sustainable agriculture</a:t>
            </a:r>
            <a:r>
              <a:rPr lang="en-US" sz="80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sprawling agricultural farm featuring fields of crops. AI Generated ...">
            <a:extLst>
              <a:ext uri="{FF2B5EF4-FFF2-40B4-BE49-F238E27FC236}">
                <a16:creationId xmlns:a16="http://schemas.microsoft.com/office/drawing/2014/main" id="{8E096C33-DA06-EF36-DAB4-0B9C0DB5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026" y="1337187"/>
            <a:ext cx="5020424" cy="464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948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AC3BD4CB-4F82-364C-8738-815C6BB8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75" y="-459530"/>
            <a:ext cx="6959412" cy="2442412"/>
          </a:xfrm>
        </p:spPr>
        <p:txBody>
          <a:bodyPr>
            <a:normAutofit/>
          </a:bodyPr>
          <a:lstStyle/>
          <a:p>
            <a:r>
              <a:rPr lang="en-US" sz="3100" b="1" dirty="0"/>
              <a:t>Challenges Faced by Farmers (Conflict):</a:t>
            </a:r>
            <a:br>
              <a:rPr lang="en-US" sz="3100" b="1" dirty="0"/>
            </a:br>
            <a:br>
              <a:rPr lang="en-US" sz="2000" b="1" dirty="0"/>
            </a:br>
            <a:r>
              <a:rPr lang="en-US" sz="2000" dirty="0">
                <a:solidFill>
                  <a:schemeClr val="accent1"/>
                </a:solidFill>
              </a:rPr>
              <a:t>Farmers in many regions face difficult environmental conditions.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Key challenges include:</a:t>
            </a:r>
            <a:br>
              <a:rPr lang="en-US" dirty="0"/>
            </a:br>
            <a:endParaRPr lang="en-IN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1266027-7917-7AB0-13F8-BE05061C4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516464" y="759575"/>
            <a:ext cx="48291" cy="243315"/>
          </a:xfrm>
        </p:spPr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A1A2A7C-163D-7100-E218-773F45AAB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9598" y="7896727"/>
            <a:ext cx="3932237" cy="3811588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F334AC-6A43-9C58-B190-08F3251D9A6E}"/>
              </a:ext>
            </a:extLst>
          </p:cNvPr>
          <p:cNvSpPr/>
          <p:nvPr/>
        </p:nvSpPr>
        <p:spPr>
          <a:xfrm>
            <a:off x="245806" y="1844193"/>
            <a:ext cx="7678994" cy="7546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Dry Climates: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Semi arid environments with limited rainfall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3F9024-017D-BEC0-0A2E-ED22804B10E9}"/>
              </a:ext>
            </a:extLst>
          </p:cNvPr>
          <p:cNvSpPr/>
          <p:nvPr/>
        </p:nvSpPr>
        <p:spPr>
          <a:xfrm>
            <a:off x="245805" y="2824315"/>
            <a:ext cx="7678995" cy="176980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dirty="0"/>
              <a:t>Water Scarcity</a:t>
            </a:r>
          </a:p>
          <a:p>
            <a:pPr algn="ctr"/>
            <a:r>
              <a:rPr lang="en-IN" sz="3200" dirty="0"/>
              <a:t>.</a:t>
            </a:r>
            <a:r>
              <a:rPr lang="en-IN" dirty="0"/>
              <a:t>unstable crop yields and income</a:t>
            </a:r>
          </a:p>
          <a:p>
            <a:pPr algn="ctr"/>
            <a:r>
              <a:rPr lang="en-IN" sz="3200" dirty="0"/>
              <a:t>.</a:t>
            </a:r>
            <a:r>
              <a:rPr lang="en-IN" dirty="0"/>
              <a:t>Water scarcity during crop growth</a:t>
            </a:r>
          </a:p>
          <a:p>
            <a:pPr algn="ctr"/>
            <a:r>
              <a:rPr lang="en-IN" dirty="0"/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20B2CD-7FF9-3EB3-2EEA-697C7E476EAB}"/>
              </a:ext>
            </a:extLst>
          </p:cNvPr>
          <p:cNvSpPr/>
          <p:nvPr/>
        </p:nvSpPr>
        <p:spPr>
          <a:xfrm>
            <a:off x="245805" y="4763855"/>
            <a:ext cx="7678995" cy="18590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Limited Resources:</a:t>
            </a:r>
          </a:p>
          <a:p>
            <a:r>
              <a:rPr lang="en-US" dirty="0"/>
              <a:t>Small and medium farmers are </a:t>
            </a:r>
            <a:r>
              <a:rPr lang="en-US" b="1" dirty="0"/>
              <a:t>especially vulnerable due to limited resources and irrigation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2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6C2308-34BC-3BF2-B2FD-92DD484666ED}"/>
              </a:ext>
            </a:extLst>
          </p:cNvPr>
          <p:cNvSpPr txBox="1"/>
          <p:nvPr/>
        </p:nvSpPr>
        <p:spPr>
          <a:xfrm>
            <a:off x="288758" y="256674"/>
            <a:ext cx="997819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DATA SET OVERVIEW</a:t>
            </a:r>
          </a:p>
          <a:p>
            <a:pPr>
              <a:buNone/>
            </a:pPr>
            <a:endParaRPr lang="en-US" sz="4400" b="1" dirty="0"/>
          </a:p>
          <a:p>
            <a:pPr>
              <a:buNone/>
            </a:pPr>
            <a:r>
              <a:rPr lang="en-US" sz="2000" dirty="0">
                <a:solidFill>
                  <a:schemeClr val="accent1"/>
                </a:solidFill>
              </a:rPr>
              <a:t>This analysis is based on </a:t>
            </a:r>
            <a:r>
              <a:rPr lang="en-US" sz="2000" b="1" dirty="0">
                <a:solidFill>
                  <a:schemeClr val="accent1"/>
                </a:solidFill>
              </a:rPr>
              <a:t>21 farming success stories</a:t>
            </a:r>
            <a:r>
              <a:rPr lang="en-US" sz="2000" dirty="0">
                <a:solidFill>
                  <a:schemeClr val="accent1"/>
                </a:solidFill>
              </a:rPr>
              <a:t> related to water management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dataset includes information about:</a:t>
            </a:r>
          </a:p>
          <a:p>
            <a:pPr>
              <a:buNone/>
            </a:pPr>
            <a:r>
              <a:rPr lang="en-US" dirty="0"/>
              <a:t>• Climatic conditions</a:t>
            </a:r>
            <a:br>
              <a:rPr lang="en-US" dirty="0"/>
            </a:br>
            <a:r>
              <a:rPr lang="en-US" dirty="0"/>
              <a:t>• Land holdings</a:t>
            </a:r>
            <a:br>
              <a:rPr lang="en-US" dirty="0"/>
            </a:br>
            <a:r>
              <a:rPr lang="en-US" dirty="0"/>
              <a:t>• Crops grown</a:t>
            </a:r>
            <a:br>
              <a:rPr lang="en-US" dirty="0"/>
            </a:br>
            <a:r>
              <a:rPr lang="en-US" dirty="0"/>
              <a:t>• Income outcomes</a:t>
            </a:r>
            <a:br>
              <a:rPr lang="en-US" dirty="0"/>
            </a:br>
            <a:r>
              <a:rPr lang="en-US" dirty="0"/>
              <a:t>• Water management techniques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Goal: </a:t>
            </a:r>
            <a:r>
              <a:rPr lang="en-US" b="1" dirty="0"/>
              <a:t>Understand which strategies help farms succeed under water constraints.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64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D29CC1-87E9-C280-278A-1BA7050CC73C}"/>
              </a:ext>
            </a:extLst>
          </p:cNvPr>
          <p:cNvSpPr txBox="1"/>
          <p:nvPr/>
        </p:nvSpPr>
        <p:spPr>
          <a:xfrm>
            <a:off x="304800" y="285708"/>
            <a:ext cx="47324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Distribution of Climatic Conditions:</a:t>
            </a:r>
            <a:br>
              <a:rPr lang="en-US" dirty="0"/>
            </a:br>
            <a:r>
              <a:rPr lang="en-US" sz="2000" dirty="0">
                <a:solidFill>
                  <a:schemeClr val="accent1"/>
                </a:solidFill>
              </a:rPr>
              <a:t>Key Insight:</a:t>
            </a:r>
            <a:br>
              <a:rPr lang="en-US" sz="2000" dirty="0"/>
            </a:br>
            <a:r>
              <a:rPr lang="en-US" sz="2000" dirty="0"/>
              <a:t>•Most success stories come from </a:t>
            </a:r>
            <a:r>
              <a:rPr lang="en-US" sz="2000" b="1" dirty="0"/>
              <a:t>dry (23.8%) and hilly (19%) regions</a:t>
            </a:r>
            <a:br>
              <a:rPr lang="en-US" sz="2000" dirty="0"/>
            </a:br>
            <a:r>
              <a:rPr lang="en-US" sz="2000" dirty="0"/>
              <a:t>•Water management practices are especially crucial in water-scarce areas and can significantly improve farming outcomes even under difficult climatic conditions.</a:t>
            </a:r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F968B-1ECE-756D-13D3-C84C7BF3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980" y="753979"/>
            <a:ext cx="6176209" cy="407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9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FBE131F-3C23-444E-BDCB-89C9B14A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3932237" cy="1507958"/>
          </a:xfrm>
        </p:spPr>
        <p:txBody>
          <a:bodyPr>
            <a:normAutofit/>
          </a:bodyPr>
          <a:lstStyle/>
          <a:p>
            <a:r>
              <a:rPr lang="en-IN" sz="4000" dirty="0"/>
              <a:t>Climate vs Land Size Analysis: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4BD711-C0F7-EBD1-2479-329CFADE8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Key Insight:</a:t>
            </a:r>
          </a:p>
          <a:p>
            <a:r>
              <a:rPr lang="en-US" sz="1800" dirty="0"/>
              <a:t>• Water management success is </a:t>
            </a:r>
            <a:r>
              <a:rPr lang="en-US" sz="1800" b="1" dirty="0"/>
              <a:t>more prominent in dry and hilly regions</a:t>
            </a:r>
            <a:r>
              <a:rPr lang="en-US" sz="1800" dirty="0"/>
              <a:t>, likely because these areas adopt innovative techniques out of necessity. Regions with fewer cases may either lack interventions or proper documentation.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8C09E4-4B8C-70DB-0A6F-3B9815B5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348" y="989012"/>
            <a:ext cx="7085678" cy="514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87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BCC190-EEBA-1215-04A1-76793251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Top Crops Grown :</a:t>
            </a:r>
            <a:br>
              <a:rPr lang="en-IN" dirty="0"/>
            </a:br>
            <a:r>
              <a:rPr lang="en-US" sz="2200" dirty="0">
                <a:solidFill>
                  <a:schemeClr val="accent1"/>
                </a:solidFill>
              </a:rPr>
              <a:t>Key Insight:</a:t>
            </a:r>
            <a:br>
              <a:rPr lang="en-US" sz="2000" dirty="0"/>
            </a:br>
            <a:r>
              <a:rPr lang="en-US" sz="2000" dirty="0"/>
              <a:t>• Farmers often practice </a:t>
            </a:r>
            <a:r>
              <a:rPr lang="en-US" sz="2000" b="1" dirty="0"/>
              <a:t>mixed cropping or crop diversification</a:t>
            </a:r>
            <a:br>
              <a:rPr lang="en-US" sz="2000" dirty="0"/>
            </a:br>
            <a:r>
              <a:rPr lang="en-US" sz="2000" dirty="0"/>
              <a:t>• Crop diversity helps reduce agricultural risk</a:t>
            </a:r>
            <a:br>
              <a:rPr lang="en-US" dirty="0"/>
            </a:br>
            <a:r>
              <a:rPr lang="en-US" sz="2200" dirty="0"/>
              <a:t>• It also improves </a:t>
            </a:r>
            <a:r>
              <a:rPr lang="en-US" sz="2200" b="1" dirty="0"/>
              <a:t>water use efficiency</a:t>
            </a:r>
            <a:br>
              <a:rPr lang="en-US" dirty="0"/>
            </a:b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5547A3-3672-DAA5-0491-EEFDD7614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8968" y="-445169"/>
            <a:ext cx="12336379" cy="7226969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DA4CF6D-7937-49CB-A5C9-0E4B16731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5625"/>
            <a:ext cx="10871954" cy="49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40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CC813F-D521-85EF-48C4-92D81296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Climate vs Income Analysis: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E34999-133C-DCB7-0809-DD67EAA1D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Key Insight:</a:t>
            </a:r>
          </a:p>
          <a:p>
            <a:r>
              <a:rPr lang="en-US" sz="2000" dirty="0"/>
              <a:t>• Many farmers reported </a:t>
            </a:r>
            <a:r>
              <a:rPr lang="en-US" sz="2000" b="1" dirty="0"/>
              <a:t>increased or stabilized income</a:t>
            </a:r>
            <a:br>
              <a:rPr lang="en-US" sz="2000" dirty="0"/>
            </a:br>
            <a:r>
              <a:rPr lang="en-US" sz="2000" dirty="0"/>
              <a:t>•</a:t>
            </a:r>
            <a:r>
              <a:rPr lang="en-US" sz="2400" dirty="0"/>
              <a:t>Water management practices generally lead to </a:t>
            </a:r>
            <a:r>
              <a:rPr lang="en-US" sz="2400" b="1" dirty="0"/>
              <a:t>positive income outcomes</a:t>
            </a:r>
            <a:r>
              <a:rPr lang="en-US" sz="2400" dirty="0"/>
              <a:t>, especially in </a:t>
            </a:r>
            <a:r>
              <a:rPr lang="en-US" sz="2400" b="1" dirty="0"/>
              <a:t>challenging climates like dry, hilly, and drought-prone areas</a:t>
            </a:r>
            <a:r>
              <a:rPr lang="en-US" sz="2400" dirty="0"/>
              <a:t>, proving their effectiveness in improving livelihoods.</a:t>
            </a:r>
          </a:p>
          <a:p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2EC00-1206-9EF9-FF7F-8A5B1F783EC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4FB2E-CF2D-CF9F-248B-09A7E6D6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168" y="0"/>
            <a:ext cx="7555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6076037-D943-8B9F-0453-856F4E9F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5677" y="7694987"/>
            <a:ext cx="4130340" cy="612023"/>
          </a:xfrm>
        </p:spPr>
        <p:txBody>
          <a:bodyPr>
            <a:normAutofit/>
          </a:bodyPr>
          <a:lstStyle/>
          <a:p>
            <a:r>
              <a:rPr lang="en-IN" sz="2000" dirty="0"/>
              <a:t>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A32D920-5C85-01B5-C503-BEB72895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849" y="-272715"/>
            <a:ext cx="7283116" cy="685800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F21C18F-92C6-A2B2-6F84-088DD73B5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3255" y="2197768"/>
            <a:ext cx="4130340" cy="4165726"/>
          </a:xfrm>
        </p:spPr>
        <p:txBody>
          <a:bodyPr>
            <a:normAutofit fontScale="77500" lnSpcReduction="20000"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sz="7200" dirty="0">
                <a:solidFill>
                  <a:schemeClr val="accent6"/>
                </a:solidFill>
              </a:rPr>
              <a:t>15%</a:t>
            </a:r>
            <a:r>
              <a:rPr lang="en-US" sz="2900" b="1" dirty="0"/>
              <a:t>Very High Applicability</a:t>
            </a:r>
            <a:br>
              <a:rPr lang="en-US" sz="2900" dirty="0"/>
            </a:br>
            <a:r>
              <a:rPr lang="en-US" sz="2900" dirty="0"/>
              <a:t>Some practices can be implemented immediately.</a:t>
            </a:r>
          </a:p>
          <a:p>
            <a:r>
              <a:rPr lang="en-US" sz="2900" dirty="0"/>
              <a:t>This suggests strong potential for </a:t>
            </a:r>
            <a:r>
              <a:rPr lang="en-US" sz="2900" b="1" dirty="0"/>
              <a:t>improving agricultural sustainability in Chhattisgarh.</a:t>
            </a:r>
          </a:p>
          <a:p>
            <a:r>
              <a:rPr lang="en-US" sz="2900" b="1" dirty="0"/>
              <a:t>______________________________</a:t>
            </a:r>
          </a:p>
          <a:p>
            <a:endParaRPr lang="en-US" sz="2900" b="1" dirty="0"/>
          </a:p>
          <a:p>
            <a:r>
              <a:rPr lang="en-US" sz="2100" b="1" dirty="0">
                <a:solidFill>
                  <a:schemeClr val="accent1"/>
                </a:solidFill>
              </a:rPr>
              <a:t>( order in bar chart: </a:t>
            </a:r>
            <a:r>
              <a:rPr lang="en-US" sz="2100" b="1" dirty="0" err="1">
                <a:solidFill>
                  <a:schemeClr val="accent1"/>
                </a:solidFill>
              </a:rPr>
              <a:t>Veryhigh,high</a:t>
            </a:r>
            <a:r>
              <a:rPr lang="en-US" sz="2100" b="1" dirty="0">
                <a:solidFill>
                  <a:schemeClr val="accent1"/>
                </a:solidFill>
              </a:rPr>
              <a:t> ,med ,low/med</a:t>
            </a:r>
            <a:r>
              <a:rPr lang="en-US" sz="1800" b="1" dirty="0">
                <a:solidFill>
                  <a:schemeClr val="accent1"/>
                </a:solidFill>
              </a:rPr>
              <a:t>)</a:t>
            </a:r>
            <a:endParaRPr lang="en-US" sz="1800" dirty="0">
              <a:solidFill>
                <a:schemeClr val="accent1"/>
              </a:solidFill>
            </a:endParaRPr>
          </a:p>
          <a:p>
            <a:endParaRPr lang="en-IN" sz="3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C042F4-8C0B-0009-55EF-944AE1F13AFB}"/>
              </a:ext>
            </a:extLst>
          </p:cNvPr>
          <p:cNvSpPr/>
          <p:nvPr/>
        </p:nvSpPr>
        <p:spPr>
          <a:xfrm>
            <a:off x="500565" y="372373"/>
            <a:ext cx="4130339" cy="20947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chemeClr val="accent6"/>
                </a:solidFill>
              </a:rPr>
              <a:t>85%</a:t>
            </a:r>
            <a:r>
              <a:rPr lang="en-US" b="1" dirty="0"/>
              <a:t>High Applicability</a:t>
            </a:r>
            <a:br>
              <a:rPr lang="en-US" dirty="0"/>
            </a:br>
            <a:r>
              <a:rPr lang="en-US" dirty="0"/>
              <a:t>Most techniques are suitable for the region.</a:t>
            </a:r>
            <a:br>
              <a:rPr lang="en-US" dirty="0">
                <a:highlight>
                  <a:srgbClr val="C0C0C0"/>
                </a:highlight>
              </a:rPr>
            </a:b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EBD14F-8A6C-6725-9E8B-4BE48D6F4697}"/>
              </a:ext>
            </a:extLst>
          </p:cNvPr>
          <p:cNvSpPr/>
          <p:nvPr/>
        </p:nvSpPr>
        <p:spPr>
          <a:xfrm>
            <a:off x="500565" y="2692274"/>
            <a:ext cx="4130340" cy="3671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7200" dirty="0">
              <a:solidFill>
                <a:schemeClr val="accent6"/>
              </a:solidFill>
            </a:endParaRPr>
          </a:p>
          <a:p>
            <a:r>
              <a:rPr lang="en-US" sz="7200" dirty="0">
                <a:solidFill>
                  <a:schemeClr val="accent6"/>
                </a:solidFill>
              </a:rPr>
              <a:t>15%</a:t>
            </a:r>
            <a:r>
              <a:rPr lang="en-US" b="1" dirty="0"/>
              <a:t>Very High Applicability</a:t>
            </a:r>
            <a:br>
              <a:rPr lang="en-US" dirty="0"/>
            </a:br>
            <a:r>
              <a:rPr lang="en-US" dirty="0"/>
              <a:t>Some practices can be implemented immediately.</a:t>
            </a:r>
          </a:p>
          <a:p>
            <a:r>
              <a:rPr lang="en-US" dirty="0"/>
              <a:t>This suggests strong potential for </a:t>
            </a:r>
            <a:r>
              <a:rPr lang="en-US" b="1" dirty="0"/>
              <a:t>improving agricultural sustainability in Chhattisgarh</a:t>
            </a:r>
            <a:endParaRPr lang="en-US" dirty="0">
              <a:highlight>
                <a:srgbClr val="C0C0C0"/>
              </a:highlight>
            </a:endParaRPr>
          </a:p>
          <a:p>
            <a:pPr algn="ctr"/>
            <a:endParaRPr lang="en-US" dirty="0">
              <a:highlight>
                <a:srgbClr val="C0C0C0"/>
              </a:highlight>
            </a:endParaRPr>
          </a:p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E9B4D-4E9A-F746-A4AB-2FEEA9FDE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432" y="0"/>
            <a:ext cx="7042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0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E2FC4A-B6DF-A208-52E6-06D3B4C01D92}"/>
              </a:ext>
            </a:extLst>
          </p:cNvPr>
          <p:cNvSpPr txBox="1"/>
          <p:nvPr/>
        </p:nvSpPr>
        <p:spPr>
          <a:xfrm>
            <a:off x="0" y="1"/>
            <a:ext cx="115663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Key Patterns from the Data (Resolution):</a:t>
            </a:r>
          </a:p>
          <a:p>
            <a:pPr>
              <a:buNone/>
            </a:pPr>
            <a:endParaRPr lang="en-US" sz="4000" b="1" dirty="0"/>
          </a:p>
          <a:p>
            <a:pPr>
              <a:buNone/>
            </a:pPr>
            <a:r>
              <a:rPr lang="en-US" sz="4000" dirty="0">
                <a:solidFill>
                  <a:schemeClr val="accent1"/>
                </a:solidFill>
              </a:rPr>
              <a:t>Successful farms share several common strategies:</a:t>
            </a:r>
          </a:p>
          <a:p>
            <a:pPr>
              <a:buNone/>
            </a:pPr>
            <a:r>
              <a:rPr lang="en-US" sz="2000" dirty="0"/>
              <a:t>• Adoption of </a:t>
            </a:r>
            <a:r>
              <a:rPr lang="en-US" sz="2000" b="1" dirty="0"/>
              <a:t>efficient irrigation techniques</a:t>
            </a:r>
            <a:br>
              <a:rPr lang="en-US" sz="2000" dirty="0"/>
            </a:br>
            <a:r>
              <a:rPr lang="en-US" sz="2000" dirty="0"/>
              <a:t>• Use of </a:t>
            </a:r>
            <a:r>
              <a:rPr lang="en-US" sz="2000" b="1" dirty="0"/>
              <a:t>rainwater harvesting systems</a:t>
            </a:r>
            <a:br>
              <a:rPr lang="en-US" sz="2000" dirty="0"/>
            </a:br>
            <a:r>
              <a:rPr lang="en-US" sz="2000" dirty="0"/>
              <a:t>• Construction of </a:t>
            </a:r>
            <a:r>
              <a:rPr lang="en-US" sz="2000" b="1" dirty="0"/>
              <a:t>farm ponds and water storage structures</a:t>
            </a:r>
            <a:br>
              <a:rPr lang="en-US" sz="2000" dirty="0"/>
            </a:br>
            <a:r>
              <a:rPr lang="en-US" sz="2000" dirty="0"/>
              <a:t>• Practice of </a:t>
            </a:r>
            <a:r>
              <a:rPr lang="en-US" sz="2000" b="1" dirty="0"/>
              <a:t>crop diversification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These strategies help farmers </a:t>
            </a:r>
            <a:r>
              <a:rPr lang="en-US" sz="2000" b="1" dirty="0"/>
              <a:t>manage water efficiently and reduce climate risks.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254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825F9B-BB62-D9AD-0ECB-7E52F6BB1F53}"/>
              </a:ext>
            </a:extLst>
          </p:cNvPr>
          <p:cNvSpPr txBox="1"/>
          <p:nvPr/>
        </p:nvSpPr>
        <p:spPr>
          <a:xfrm>
            <a:off x="160421" y="272717"/>
            <a:ext cx="898357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Impact on Farming Outcomes:</a:t>
            </a:r>
          </a:p>
          <a:p>
            <a:pPr>
              <a:buNone/>
            </a:pPr>
            <a:endParaRPr lang="en-US" sz="4400" b="1" dirty="0"/>
          </a:p>
          <a:p>
            <a:pPr>
              <a:buNone/>
            </a:pPr>
            <a:r>
              <a:rPr lang="en-US" sz="4000" dirty="0">
                <a:solidFill>
                  <a:schemeClr val="accent1"/>
                </a:solidFill>
              </a:rPr>
              <a:t>The analysis highlights the positive impact of water management practices.</a:t>
            </a:r>
          </a:p>
          <a:p>
            <a:pPr>
              <a:buNone/>
            </a:pPr>
            <a:r>
              <a:rPr lang="en-US" sz="2000" dirty="0"/>
              <a:t>Key impacts include:</a:t>
            </a:r>
          </a:p>
          <a:p>
            <a:pPr>
              <a:buNone/>
            </a:pPr>
            <a:r>
              <a:rPr lang="en-US" sz="2000" dirty="0"/>
              <a:t>• Improved crop productivity</a:t>
            </a:r>
            <a:br>
              <a:rPr lang="en-US" sz="2000" dirty="0"/>
            </a:br>
            <a:r>
              <a:rPr lang="en-US" sz="2000" dirty="0"/>
              <a:t>• Increased or stabilized farm income</a:t>
            </a:r>
            <a:br>
              <a:rPr lang="en-US" sz="2000" dirty="0"/>
            </a:br>
            <a:r>
              <a:rPr lang="en-US" sz="2000" dirty="0"/>
              <a:t>• Better resilience to climate variability</a:t>
            </a:r>
          </a:p>
          <a:p>
            <a:pPr>
              <a:buNone/>
            </a:pPr>
            <a:r>
              <a:rPr lang="en-US" sz="2000" dirty="0"/>
              <a:t>These practices support </a:t>
            </a:r>
            <a:r>
              <a:rPr lang="en-US" sz="2000" b="1" dirty="0"/>
              <a:t>sustainable agriculture and stronger rural livelihoods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7111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32AD9C-E381-DF7A-8025-C7904197A7D8}"/>
              </a:ext>
            </a:extLst>
          </p:cNvPr>
          <p:cNvSpPr txBox="1"/>
          <p:nvPr/>
        </p:nvSpPr>
        <p:spPr>
          <a:xfrm>
            <a:off x="176463" y="144379"/>
            <a:ext cx="896753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/>
              <a:t>Conclusion:</a:t>
            </a:r>
          </a:p>
          <a:p>
            <a:pPr>
              <a:buNone/>
            </a:pPr>
            <a:r>
              <a:rPr lang="en-US" sz="3600" dirty="0">
                <a:solidFill>
                  <a:schemeClr val="accent1"/>
                </a:solidFill>
              </a:rPr>
              <a:t>Water management plays a crucial role in modern agriculture.</a:t>
            </a:r>
          </a:p>
          <a:p>
            <a:pPr>
              <a:buNone/>
            </a:pPr>
            <a:r>
              <a:rPr lang="en-US" sz="3600" dirty="0">
                <a:solidFill>
                  <a:schemeClr val="accent1"/>
                </a:solidFill>
              </a:rPr>
              <a:t>The analysis shows that:</a:t>
            </a:r>
            <a:endParaRPr lang="en-US" sz="3200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000" dirty="0"/>
              <a:t>• Efficient irrigation improves farming outcomes</a:t>
            </a:r>
            <a:br>
              <a:rPr lang="en-US" sz="2000" dirty="0"/>
            </a:br>
            <a:r>
              <a:rPr lang="en-US" sz="2000" dirty="0"/>
              <a:t>• Farmers can adapt to water scarcity through innovation</a:t>
            </a:r>
            <a:br>
              <a:rPr lang="en-US" sz="2000" dirty="0"/>
            </a:br>
            <a:r>
              <a:rPr lang="en-US" sz="2000" dirty="0"/>
              <a:t>• Many techniques are suitable for regions like </a:t>
            </a:r>
            <a:r>
              <a:rPr lang="en-US" sz="2000" b="1" dirty="0"/>
              <a:t>Chhattisgarh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Promoting these strategies can help build </a:t>
            </a:r>
            <a:r>
              <a:rPr lang="en-US" sz="2000" b="1" dirty="0"/>
              <a:t>more resilient and sustainable farming systems.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179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C0FFC1-E85E-4806-6C8D-663F9FF0545D}"/>
              </a:ext>
            </a:extLst>
          </p:cNvPr>
          <p:cNvSpPr txBox="1"/>
          <p:nvPr/>
        </p:nvSpPr>
        <p:spPr>
          <a:xfrm>
            <a:off x="3352799" y="2907450"/>
            <a:ext cx="74435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640059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595</TotalTime>
  <Words>618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Source Sans 3</vt:lpstr>
      <vt:lpstr>Office 2013 - 2022 Theme</vt:lpstr>
      <vt:lpstr>Water Management Success Stories: Driving Sustainable Farming Outcomes </vt:lpstr>
      <vt:lpstr> </vt:lpstr>
      <vt:lpstr> </vt:lpstr>
      <vt:lpstr>Challenges Faced by Farmers (Conflict):  Farmers in many regions face difficult environmental conditions. Key challenges include: </vt:lpstr>
      <vt:lpstr>PowerPoint Presentation</vt:lpstr>
      <vt:lpstr>PowerPoint Presentation</vt:lpstr>
      <vt:lpstr>Climate vs Land Size Analysis:</vt:lpstr>
      <vt:lpstr>Top Crops Grown : Key Insight: • Farmers often practice mixed cropping or crop diversification • Crop diversity helps reduce agricultural risk • It also improves water use efficiency </vt:lpstr>
      <vt:lpstr>Climate vs Income Analysis:</vt:lpstr>
      <vt:lpstr>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kollatidevichandrika@gmail.com</dc:creator>
  <cp:lastModifiedBy>kollatidevichandrika@gmail.com</cp:lastModifiedBy>
  <cp:revision>1</cp:revision>
  <dcterms:created xsi:type="dcterms:W3CDTF">2026-03-17T07:00:07Z</dcterms:created>
  <dcterms:modified xsi:type="dcterms:W3CDTF">2026-03-26T03:45:52Z</dcterms:modified>
</cp:coreProperties>
</file>